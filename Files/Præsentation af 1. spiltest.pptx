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embeddedFontLst>
    <p:embeddedFont>
      <p:font typeface="Lato" panose="020F0502020204030203" pitchFamily="34" charset="0"/>
      <p:regular r:id="rId9"/>
      <p:bold r:id="rId10"/>
      <p:italic r:id="rId11"/>
      <p:boldItalic r:id="rId12"/>
    </p:embeddedFont>
    <p:embeddedFont>
      <p:font typeface="Raleway" pitchFamily="2" charset="0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d100dfe436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d100dfe436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d100dfe436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d100dfe436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100dfe436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100dfe436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100dfe436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100dfe436_0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100dfe436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d100dfe436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/>
              <a:t>Første spiltest</a:t>
            </a:r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/>
              <a:t>Nikolaj Raagart &amp; Martin Christiansen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/>
              <a:t>Hej med jer</a:t>
            </a:r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da" sz="1400"/>
              <a:t>Nikolaj Wadskov Raagart</a:t>
            </a:r>
            <a:endParaRPr sz="1400"/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da" sz="1400"/>
              <a:t>Bachelor</a:t>
            </a:r>
            <a:endParaRPr sz="1400"/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da" sz="1400"/>
              <a:t>Spiludvikling og læringsteknologi</a:t>
            </a:r>
            <a:endParaRPr sz="1400"/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da" sz="1400"/>
              <a:t>Forsøgskaniner</a:t>
            </a:r>
            <a:endParaRPr sz="1400"/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da" sz="1400"/>
              <a:t>Spørgeskema</a:t>
            </a:r>
            <a:endParaRPr sz="1400"/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da" sz="1400"/>
              <a:t>Papirprototype</a:t>
            </a:r>
            <a:endParaRPr sz="1400"/>
          </a:p>
        </p:txBody>
      </p:sp>
      <p:pic>
        <p:nvPicPr>
          <p:cNvPr id="94" name="Google Shape;9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1898" y="1693575"/>
            <a:ext cx="3748675" cy="210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/>
              <a:t>Hvad skal vi i dag?</a:t>
            </a:r>
            <a:endParaRPr/>
          </a:p>
        </p:txBody>
      </p:sp>
      <p:sp>
        <p:nvSpPr>
          <p:cNvPr id="100" name="Google Shape;100;p1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da" sz="1500"/>
              <a:t>Spørgeskema</a:t>
            </a:r>
            <a:endParaRPr sz="1500"/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da" sz="1500"/>
              <a:t>Papirprototype</a:t>
            </a:r>
            <a:endParaRPr sz="1500"/>
          </a:p>
          <a:p>
            <a:pPr marL="457200" lvl="0" indent="-3238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da" sz="1500"/>
              <a:t>Finde ud af hvad i ved om fake news</a:t>
            </a:r>
            <a:endParaRPr sz="1500"/>
          </a:p>
          <a:p>
            <a:pPr marL="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500"/>
          </a:p>
        </p:txBody>
      </p:sp>
      <p:pic>
        <p:nvPicPr>
          <p:cNvPr id="101" name="Google Shape;10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87402" y="1614927"/>
            <a:ext cx="2486125" cy="2486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/>
              <a:t>Spørgeskema</a:t>
            </a:r>
            <a:endParaRPr/>
          </a:p>
        </p:txBody>
      </p:sp>
      <p:sp>
        <p:nvSpPr>
          <p:cNvPr id="107" name="Google Shape;107;p16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a"/>
              <a:t>Hvad ved i om fake news?</a:t>
            </a:r>
            <a:endParaRPr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a"/>
              <a:t>Nogle begreber</a:t>
            </a:r>
            <a:endParaRPr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a"/>
              <a:t>teste jeres viden</a:t>
            </a:r>
            <a:endParaRPr/>
          </a:p>
          <a:p>
            <a:pPr marL="457200" lvl="0" indent="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08" name="Google Shape;10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81925" y="1025070"/>
            <a:ext cx="5462075" cy="1311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81925" y="2336174"/>
            <a:ext cx="5167830" cy="121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81925" y="3548950"/>
            <a:ext cx="5560849" cy="92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7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/>
              <a:t>Papirprototype</a:t>
            </a:r>
            <a:endParaRPr/>
          </a:p>
        </p:txBody>
      </p:sp>
      <p:sp>
        <p:nvSpPr>
          <p:cNvPr id="116" name="Google Shape;116;p17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a"/>
              <a:t>Bygge en artikel</a:t>
            </a:r>
            <a:endParaRPr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a"/>
              <a:t>4 rubrikker</a:t>
            </a:r>
            <a:endParaRPr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a"/>
              <a:t>4 udtalelser</a:t>
            </a:r>
            <a:endParaRPr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a"/>
              <a:t>4 billeder</a:t>
            </a:r>
            <a:endParaRPr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a"/>
              <a:t>Grå er bare tekst</a:t>
            </a:r>
            <a:endParaRPr/>
          </a:p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a"/>
              <a:t>Sådan skal en artikel se ud</a:t>
            </a:r>
            <a:endParaRPr/>
          </a:p>
        </p:txBody>
      </p:sp>
      <p:pic>
        <p:nvPicPr>
          <p:cNvPr id="117" name="Google Shape;11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40323" y="643700"/>
            <a:ext cx="3472824" cy="67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97213" y="2148626"/>
            <a:ext cx="3559049" cy="4381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67900" y="3261675"/>
            <a:ext cx="1649349" cy="88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240323" y="1361288"/>
            <a:ext cx="2813290" cy="67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240323" y="2586713"/>
            <a:ext cx="2813290" cy="67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240323" y="4150388"/>
            <a:ext cx="2813290" cy="674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/>
              <a:t>Link til spørgeskema</a:t>
            </a:r>
            <a:endParaRPr dirty="0"/>
          </a:p>
        </p:txBody>
      </p:sp>
      <p:sp>
        <p:nvSpPr>
          <p:cNvPr id="128" name="Google Shape;128;p18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spcAft>
                <a:spcPts val="1200"/>
              </a:spcAft>
              <a:buNone/>
            </a:pPr>
            <a:r>
              <a:rPr lang="en-US" sz="3300" dirty="0"/>
              <a:t>https://forms.gle/VhrGxPMXBLzStQnr9</a:t>
            </a:r>
            <a:endParaRPr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</Words>
  <Application>Microsoft Office PowerPoint</Application>
  <PresentationFormat>On-screen Show (16:9)</PresentationFormat>
  <Paragraphs>26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Raleway</vt:lpstr>
      <vt:lpstr>Lato</vt:lpstr>
      <vt:lpstr>Streamline</vt:lpstr>
      <vt:lpstr>Første spiltest</vt:lpstr>
      <vt:lpstr>Hej med jer</vt:lpstr>
      <vt:lpstr>Hvad skal vi i dag?</vt:lpstr>
      <vt:lpstr>Spørgeskema</vt:lpstr>
      <vt:lpstr>Papirprototype</vt:lpstr>
      <vt:lpstr>Link til spørgeskema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Nikolaj Wadskov Raagart</cp:lastModifiedBy>
  <cp:revision>1</cp:revision>
  <dcterms:modified xsi:type="dcterms:W3CDTF">2026-03-23T08:52:10Z</dcterms:modified>
</cp:coreProperties>
</file>