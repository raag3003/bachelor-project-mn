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aleway"/>
      <p:regular r:id="rId12"/>
      <p:bold r:id="rId13"/>
      <p:italic r:id="rId14"/>
      <p:boldItalic r:id="rId15"/>
    </p:embeddedFont>
    <p:embeddedFont>
      <p:font typeface="La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aleway-bold.fntdata"/><Relationship Id="rId12" Type="http://schemas.openxmlformats.org/officeDocument/2006/relationships/font" Target="fonts/Raleway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boldItalic.fntdata"/><Relationship Id="rId14" Type="http://schemas.openxmlformats.org/officeDocument/2006/relationships/font" Target="fonts/Raleway-italic.fntdata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Italic.fntdata"/><Relationship Id="rId6" Type="http://schemas.openxmlformats.org/officeDocument/2006/relationships/slide" Target="slides/slide1.xml"/><Relationship Id="rId18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100dfe436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100dfe436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100dfe436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d100dfe436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100dfe436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d100dfe436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100dfe436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d100dfe436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100dfe436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d100dfe436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Første spiltest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Nikolaj Raagart &amp; Martin Christiansen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Hej med jer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a" sz="1400"/>
              <a:t>Nikolaj Wadskov Raagart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a" sz="1400"/>
              <a:t>Bachelor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a" sz="1400"/>
              <a:t>Spiludvikling og læringsteknologi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a" sz="1400"/>
              <a:t>Forsøgskaniner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a" sz="1400"/>
              <a:t>Spørgeskema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a" sz="1400"/>
              <a:t>Papirprototype</a:t>
            </a:r>
            <a:endParaRPr sz="1400"/>
          </a:p>
        </p:txBody>
      </p:sp>
      <p:pic>
        <p:nvPicPr>
          <p:cNvPr id="94" name="Google Shape;9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1898" y="1693575"/>
            <a:ext cx="3748675" cy="210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Hvad skal vi i dag?</a:t>
            </a:r>
            <a:endParaRPr/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da" sz="1500"/>
              <a:t>Spørgeskema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da" sz="1500"/>
              <a:t>Papirprototype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da" sz="1500"/>
              <a:t>Finde ud af hvad i ved om fake news</a:t>
            </a:r>
            <a:endParaRPr sz="15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01" name="Google Shape;10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7402" y="1614927"/>
            <a:ext cx="2486125" cy="248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Spørgeskema</a:t>
            </a:r>
            <a:endParaRPr/>
          </a:p>
        </p:txBody>
      </p:sp>
      <p:sp>
        <p:nvSpPr>
          <p:cNvPr id="107" name="Google Shape;107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da"/>
              <a:t>Hvad ved i om fake news?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da"/>
              <a:t>Nogle begreber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da"/>
              <a:t>teste jeres viden</a:t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1925" y="1025070"/>
            <a:ext cx="5462075" cy="131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81925" y="2336174"/>
            <a:ext cx="5167830" cy="121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81925" y="3548950"/>
            <a:ext cx="5560849" cy="92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Papirprototype</a:t>
            </a:r>
            <a:endParaRPr/>
          </a:p>
        </p:txBody>
      </p:sp>
      <p:sp>
        <p:nvSpPr>
          <p:cNvPr id="116" name="Google Shape;116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da"/>
              <a:t>Bygge en artikel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da"/>
              <a:t>4 rubrikker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da"/>
              <a:t>4 udtalelser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da"/>
              <a:t>4 billeder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da"/>
              <a:t>Grå er bare tekst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da"/>
              <a:t>Sådan skal en artikel se ud</a:t>
            </a:r>
            <a:endParaRPr/>
          </a:p>
        </p:txBody>
      </p:sp>
      <p:pic>
        <p:nvPicPr>
          <p:cNvPr id="117" name="Google Shape;11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0323" y="643700"/>
            <a:ext cx="3472824" cy="67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97213" y="2148626"/>
            <a:ext cx="3559049" cy="438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67900" y="3261675"/>
            <a:ext cx="1649349" cy="88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40323" y="1361288"/>
            <a:ext cx="2813290" cy="67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40323" y="2586713"/>
            <a:ext cx="2813290" cy="67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40323" y="4150388"/>
            <a:ext cx="2813290" cy="67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Link til spørgeskema</a:t>
            </a:r>
            <a:endParaRPr/>
          </a:p>
        </p:txBody>
      </p:sp>
      <p:sp>
        <p:nvSpPr>
          <p:cNvPr id="128" name="Google Shape;128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da" sz="3300"/>
              <a:t>https://forms.gle/aq3wtLwnAQQEkFfv7</a:t>
            </a:r>
            <a:endParaRPr sz="3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